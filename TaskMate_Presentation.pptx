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291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TASKMATE</a:t>
            </a:r>
          </a:p>
          <a:p>
            <a:pPr>
              <a:spcBef>
                <a:spcPts val="800"/>
              </a:spcBef>
              <a:defRPr sz="2600" b="1">
                <a:solidFill>
                  <a:srgbClr val="3B82F6"/>
                </a:solidFill>
                <a:latin typeface="Arial"/>
              </a:defRPr>
            </a:pPr>
            <a:r>
              <a:t>Student Task Management System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A Full-Stack Academic Productivity Platform with Flask, SQLite, Automated Testing, Docker, &amp; CI/CD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212080"/>
            <a:ext cx="10362895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Department of Computer Science &amp; Engineering • Practical Examination &amp; Viva Presentation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Developed by: Student Developer   |   Repository: github.com/legendarydeep/STM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Problem Statement &amp; Project Motivation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4846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The Academic Challenge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Multiple Deadlines: Students juggle assignments, lab sheets, presentations, and exams across 5-7 subjects simultaneously.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Scattered Information: Important dates are scattered in WhatsApp groups, emails, and manual notebooks.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Missed Deadlines: Lack of real-time visibility leads to last-minute rush, stress, and missed submission cutoffs.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No Visual Analytics: Students cannot quickly see what percentage of work is pending, completed, or overdue.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49377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The TaskMate Solution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✓ Centralized Academic Hub: Single dashboard to capture and track all coursework assignments with subject tags.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✓ Real-Time Donut Analytics: Instant visual breakdown of Total, Completed, Pending, and Overdue workloads.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✓ Automated Overdue Detection: Tasks past their deadline automatically trigger overdue badges and alerts.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✓ DevOps &amp; Quality Ready: Built following software engineering standards (pytest, Docker, Git, Jira, CI/CD).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TECHNICAL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 &amp;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BACKEND FRAMEWORK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Python 3 &amp; Flask 3.1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Micro-framework providing WSGI compliance, application factory pattern, and fast route dispatching.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DATABASE ENGINE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SQLite 3 (Embedded)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Serverless, zero-config relational database. Stores data in instance/tasks.db with ACID compliance.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FRONTEND &amp; UI/UX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HTML5, Vanilla CSS3, Jinja2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Modern responsive design system with Light/Dark themes, modal popups, and SVG donut charts.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TESTING FRAMEWORK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pytest 9.1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Automated regression testing using temporary test databases. 10/10 tests pass in &lt; 1 second.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CONTAINERIZATION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Docker &amp; Dockerfile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Lightweight python:3.11-slim image with unprivileged appuser and persistent host volume mounts.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CI PIPELINE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Jenkins (Declarative)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Automated pipeline: SCM checkout, dependency installation, pytest execution, and JUnit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FUNCTIONAL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Key Features &amp; Application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✦  Dashboard Analytics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4 Top Metric Cards (Total, Completed, Pending, Overdue) + Interactive SVG Donut Progress Chart with real-time percentage indicators.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✦  Quick Completion Toggle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One-click checkbox on tasks to immediately toggle between Pending and Completed states without full page reloading.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✦  Add Task Modal &amp; Direct Page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Fast modal popup with blurred backdrop: Task Title, Subject, Priority (Low/Med/High), Due Date, and Description.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60604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69748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✦  Multi-Criteria Task Filtering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Tabbed filtering (All, Pending, Completed, Overdue) + Search query bar + Subject and Priority dropdown filters.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✦  Table View &amp; Card Grid View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Switchable display layouts: Dense tabular view for quick management and rich visual card grid for assignment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84048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319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✦  Calendar &amp; Deadlines Agenda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Chronological timeline view grouping upcoming and past-due assignments by date for exam/submission scheduling.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✦  Light &amp; Dark Theme Switcher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Instant theme switching (☀️/🌙) with dark slate mode (#0B1120) and persistent preference memory in localStorage.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5074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5166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✦  Split-Screen Login Portal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Authentication and student profile switcher featuring branded royal-blue banner and demo guest login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DATA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Database Schema &amp; SQL Injection Prevention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SQLite Schema: 'tasks' Table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id (INTEGER PRIMARY KEY AUTOINCREMENT) — Unique sequential task ID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title (TEXT NOT NULL) — Assignment title (Max 150 chars)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subject (TEXT DEFAULT 'General') — Course category / subject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description (TEXT) — Optional notes, references, steps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priority (TEXT DEFAULT 'Medium') — Check: Low, Medium, High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due_date (TEXT) — Deadline date string (YYYY-MM-DD)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status (TEXT DEFAULT 'Pending') — Check: Pending, Completed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created_at (TIMESTAMP DEFAULT CURRENT_TIMESTAMP) — Task creation timestamp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SQL Injection Prevention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Why Parameterized Queries?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We strictly use question mark (?) parameter binding in all SQL queries rather than Python f-strings or string concatenation.</a:t>
            </a:r>
          </a:p>
          <a:p>
            <a:pPr>
              <a:spcBef>
                <a:spcPts val="1000"/>
              </a:spcBef>
              <a:defRPr sz="1000" b="1">
                <a:solidFill>
                  <a:srgbClr val="10B981"/>
                </a:solidFill>
              </a:defRPr>
            </a:pPr>
            <a:r>
              <a:t>✓ SECURE CODE IMPLEMENTED:</a:t>
            </a:r>
            <a:br/>
            <a:r>
              <a:t>db.execute('SELECT * FROM tasks WHERE status = ?', (status,))</a:t>
            </a:r>
          </a:p>
          <a:p>
            <a:pPr>
              <a:spcBef>
                <a:spcPts val="800"/>
              </a:spcBef>
              <a:defRPr sz="1000" b="1">
                <a:solidFill>
                  <a:srgbClr val="EF4444"/>
                </a:solidFill>
              </a:defRPr>
            </a:pPr>
            <a:r>
              <a:t>✗ INSECURE VULNERABLE CODE:</a:t>
            </a:r>
            <a:br/>
            <a:r>
              <a:t>db.execute(f'SELECT * FROM tasks WHERE status = {status}')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The SQLite database engine treats input strictly as literal data, completely neutralizing SQL injection attacks.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PYTEST TEST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Automated Testing &amp; Quality Assurance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10 Automated Test Cases (All Passing)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test_home_page_loads: Verifies HTTP 200 and all metric cards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test_create_task: Tests valid task insertion and DB verification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test_create_task_validation: Verifies empty title returns HTTP 400 Bad Request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test_update_task_status: Validates status change to Completed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test_toggle_task: Tests 1-click checkbox completion toggle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test_update_task_details: Verifies editing title, subject, priority, date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test_delete_task: Tests deletion and removal from SQLite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test_dashboard_counts_calculation: Validates accurate count aggregation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test_task_filtering_and_tabs: Verifies tab filters separate task states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✓ test_calendar_and_login_views: Verifies Calendar and Login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Test Isolation &amp; Execution Metrics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Isolated Temporary Databases: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Every test run creates a temporary SQLite file via tempfile.mkstemp() and deletes it on teardown. Real production tasks in instance/tasks.db are NEVER modified or erased.</a:t>
            </a:r>
          </a:p>
          <a:p>
            <a:pPr>
              <a:spcBef>
                <a:spcPts val="1600"/>
              </a:spcBef>
              <a:defRPr sz="1100" b="1">
                <a:solidFill>
                  <a:srgbClr val="10B981"/>
                </a:solidFill>
              </a:defRPr>
            </a:pPr>
            <a:r>
              <a:t>================ 10 passed in 0.92s ================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JUnit XML Export:</a:t>
            </a:r>
            <a:br/>
            <a:r>
              <a:t>python -m pytest --junitxml=test-results.xml</a:t>
            </a:r>
            <a:br/>
            <a:r>
              <a:t>Generates test health reports for Jenkins 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DEVOPS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Docker Containerization &amp; Volume Persistence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Production-Conscious Dockerfile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Base Image: python:3.11-slim reduces container image footprint to ~150 MB (avoiding bloat).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Non-Root Security: Creates and switches to an unprivileged system user 'appuser' (UID 1000) for least-privilege execution.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Layer Caching: requirements.txt is copied and installed prior to copying source code to leverage Docker cache.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Port Binding: Exposes port 5000 and runs Flask with host=0.0.0.0 to allow container network access.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.dockerignore: Excludes venv/, .git/, *.db, and __pycache__ from the build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SQLite Data Persistence via Volumes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The Ephemeral Container Problem: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By default, Docker containers are disposable. When a container is stopped or removed, any SQLite database written inside is destroyed.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The Solution: Host Bind Mount:</a:t>
            </a:r>
          </a:p>
          <a:p>
            <a:pPr>
              <a:spcBef>
                <a:spcPts val="400"/>
              </a:spcBef>
              <a:defRPr sz="1000" b="1">
                <a:solidFill>
                  <a:srgbClr val="4F46E5"/>
                </a:solidFill>
              </a:defRPr>
            </a:pPr>
            <a:r>
              <a:t>docker run -d -p 5000:5000 -v "${PWD}/instance:/app/instance" taskmate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This mounts the host machine's ./instance directory directly into /app/instance. Tasks remain preserved across container updates and restarts!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AUTOMATION &amp; SDLC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Jenkins CI Pipeline &amp; Jira Agile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Declarative Jenkinsfile Pipeline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▶ Stage 1: Checkout Code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Clones latest commit from GitHub repository.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▶ Stage 2: Install Dependencies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Installs requirements.txt into the build agent environment.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▶ Stage 3: Run Automated Tests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Executes 'pytest --junitxml=test-results.xml'. Any failure halts the pipeline.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▶ Post Actions: Archive Reports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The JUnit plugin records test results and plots historical test trend graphs.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Jira Agile Project Planning (STMS)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Scrum Sprint Breakdown: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Sprint 1: Architecture, database setup, and core CRUD handlers.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Sprint 2: UI redesign, metric cards, donut charts, and modal dialogs.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Sprint 3: Automated testing, Docker containerization, and CI/CD.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Smart Commits Convention: git commit -m '[STMS-2] Implement task validation #resolve' links commits directly to Jira issues.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EXAMINATION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Essential Viva Voce Questions &amp;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Q: Why did you choose SQLite over MySQL or PostgreSQL?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A: SQLite is serverless, zero-configuration, and stores the entire database in a single portable file (instance/tasks.db). It supports ACID transactions and is ideal for lightweight college practical demonstrations.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Q: What is the Application Factory pattern in Flask?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A: It creates the Flask app instance inside create_app(test_config). This enables creating multiple isolated app instances with different settings (e.g. temporary in-memory DB for tests vs persistent file DB for production).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Q: What is the difference between a Docker Image and a Container?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A: An Image is an immutable, read-only blueprint containing the OS, Python, and code (like a Class). A Container is a running, stateful instance instantiated from that image (like an Object).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Q: Why use pytest fixtures with temporary databases?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A: Using tempfile.mkstemp() creates an isolated database for each test session, preventing automated tests from modifying or erasing real student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CONCLUSION &amp; LIVE DEMO</a:t>
            </a:r>
          </a:p>
          <a:p>
            <a:pPr algn="ctr">
              <a:spcBef>
                <a:spcPts val="1600"/>
              </a:spcBef>
              <a:defRPr sz="1600">
                <a:solidFill>
                  <a:srgbClr val="CBD5E1"/>
                </a:solidFill>
              </a:defRPr>
            </a:pPr>
            <a:r>
              <a:t>TaskMate demonstrates end-to-end software engineering best practices:</a:t>
            </a:r>
            <a:br/>
            <a:r>
              <a:t>Clean architecture, secure database interactions, responsive UI, 100% test coverage, and DevOps readiness.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3840480"/>
            <a:ext cx="7619695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3931920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🚀 Live Application: http://127.0.0.1:5000</a:t>
            </a:r>
          </a:p>
          <a:p>
            <a:pPr algn="ctr"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📦 GitHub Repository: https://github.com/legendarydeep/STM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3B82F6"/>
                </a:solidFill>
              </a:defRPr>
            </a:pPr>
            <a:r>
              <a:t>Thank you! I am ready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